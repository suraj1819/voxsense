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VoxSense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Voice Analysis &amp; Classification System</a:t>
            </a:r>
          </a:p>
          <a:p>
            <a:r>
              <a:t>Machine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Audio Classification System</a:t>
            </a:r>
          </a:p>
          <a:p/>
          <a:p>
            <a:r>
              <a:t>• Uses MFCC, Chroma &amp; Spectral Features</a:t>
            </a:r>
            <a:br/>
          </a:p>
          <a:p>
            <a:r>
              <a:t>• Deep Learning / Traditional ML Models</a:t>
            </a:r>
            <a:br/>
          </a:p>
          <a:p>
            <a:r>
              <a:t>• Built with Python, Librosa, PyTorch &amp; 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Audio files ko automatically classify karna</a:t>
            </a:r>
          </a:p>
          <a:p>
            <a:r>
              <a:t>(Emotion / Speaker / Sound Type)</a:t>
            </a:r>
          </a:p>
          <a:p>
            <a:r>
              <a:t>Challenges:</a:t>
            </a:r>
            <a:br/>
            <a:r>
              <a:t>• Different audio formats</a:t>
            </a:r>
            <a:br/>
            <a:r>
              <a:t>• Noise &amp; background sound</a:t>
            </a:r>
            <a:br/>
            <a:r>
              <a:t>• Limited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 (.mp3)</a:t>
            </a:r>
          </a:p>
          <a:p/>
          <a:p>
            <a:r>
              <a:t>2. Preprocessing (.mp3 → .wav)</a:t>
            </a:r>
            <a:br/>
          </a:p>
          <a:p>
            <a:r>
              <a:t>3. Feature Extraction (MFCC + Chroma)</a:t>
            </a:r>
            <a:br/>
          </a:p>
          <a:p>
            <a:r>
              <a:t>4. Spectrogram Generation</a:t>
            </a:r>
            <a:br/>
          </a:p>
          <a:p>
            <a:r>
              <a:t>5. Model Training (Neural Network)</a:t>
            </a:r>
            <a:br/>
          </a:p>
          <a:p>
            <a:r>
              <a:t>6. Evaluation &amp; Deployment (Streamlit App)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3</a:t>
            </a:r>
          </a:p>
          <a:p/>
          <a:p>
            <a:r>
              <a:t>• Librosa, SoundFile</a:t>
            </a:r>
            <a:br/>
          </a:p>
          <a:p>
            <a:r>
              <a:t>• PyTorch</a:t>
            </a:r>
            <a:br/>
          </a:p>
          <a:p>
            <a:r>
              <a:t>• Streamlit (Web Interface)</a:t>
            </a:r>
            <a:br/>
          </a:p>
          <a:p>
            <a:r>
              <a:t>• Scikit-learn</a:t>
            </a:r>
            <a:br/>
          </a:p>
          <a:p>
            <a:r>
              <a:t>• Matplotlib &amp; Seaborn (Visualization)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 Trained Successfully</a:t>
            </a:r>
          </a:p>
          <a:p/>
          <a:p>
            <a:r>
              <a:t>• Real-time Prediction via Web App</a:t>
            </a:r>
            <a:br/>
          </a:p>
          <a:p>
            <a:r>
              <a:t>• Performance Metrics &amp; Graphs Generated</a:t>
            </a:r>
            <a:br/>
          </a:p>
          <a:p>
            <a:r>
              <a:t>• Confusion Matrix &amp; Bar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built an end-to-end Voice Classification System</a:t>
            </a:r>
          </a:p>
          <a:p/>
          <a:p>
            <a:r>
              <a:t>• Future Scope:</a:t>
            </a:r>
            <a:br/>
          </a:p>
          <a:p>
            <a:r>
              <a:t>   - More classes (Emotions)</a:t>
            </a:r>
            <a:br/>
          </a:p>
          <a:p>
            <a:r>
              <a:t>   - CNN with Spectrograms</a:t>
            </a:r>
            <a:br/>
          </a:p>
          <a:p>
            <a:r>
              <a:t>   - Real-time microphone input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Presented on: 30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